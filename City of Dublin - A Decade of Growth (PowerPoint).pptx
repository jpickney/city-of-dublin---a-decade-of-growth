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87" d="100"/>
          <a:sy n="87" d="100"/>
        </p:scale>
        <p:origin x="22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PP Dashboard">
            <a:extLst>
              <a:ext uri="{FF2B5EF4-FFF2-40B4-BE49-F238E27FC236}">
                <a16:creationId xmlns:a16="http://schemas.microsoft.com/office/drawing/2014/main" id="{6812556B-065F-46F0-BCF9-ABA14CF167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PP Dashboard TOC">
            <a:extLst>
              <a:ext uri="{FF2B5EF4-FFF2-40B4-BE49-F238E27FC236}">
                <a16:creationId xmlns:a16="http://schemas.microsoft.com/office/drawing/2014/main" id="{40A5D392-BD23-4B64-8A27-B1596E6963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de4" descr="PP Dashboard 1">
            <a:extLst>
              <a:ext uri="{FF2B5EF4-FFF2-40B4-BE49-F238E27FC236}">
                <a16:creationId xmlns:a16="http://schemas.microsoft.com/office/drawing/2014/main" id="{BC264F9D-3FAC-4E4B-911C-C69F0ED1C0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de5" descr="PP Dashboard 2">
            <a:extLst>
              <a:ext uri="{FF2B5EF4-FFF2-40B4-BE49-F238E27FC236}">
                <a16:creationId xmlns:a16="http://schemas.microsoft.com/office/drawing/2014/main" id="{815D7317-AD60-4860-947B-81BCBD36D1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de6" descr="PP Dashboard 3">
            <a:extLst>
              <a:ext uri="{FF2B5EF4-FFF2-40B4-BE49-F238E27FC236}">
                <a16:creationId xmlns:a16="http://schemas.microsoft.com/office/drawing/2014/main" id="{D3A36323-7270-4A23-89E5-CDC81BAF6D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de7" descr="PP Dashboard 4">
            <a:extLst>
              <a:ext uri="{FF2B5EF4-FFF2-40B4-BE49-F238E27FC236}">
                <a16:creationId xmlns:a16="http://schemas.microsoft.com/office/drawing/2014/main" id="{36AD3551-CD15-4625-854F-642F5EAB4D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Julius Pickney</dc:creator>
  <cp:lastModifiedBy>Julius Pickney</cp:lastModifiedBy>
  <cp:revision>1</cp:revision>
  <dcterms:created xsi:type="dcterms:W3CDTF">2026-03-07T17:37:04Z</dcterms:created>
  <dcterms:modified xsi:type="dcterms:W3CDTF">2026-03-12T17:02:21Z</dcterms:modified>
</cp:coreProperties>
</file>